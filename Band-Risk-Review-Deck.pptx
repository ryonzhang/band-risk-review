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ban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029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B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Risk-Review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separation-of-duties risk desk for AI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specialized agents collaborate through Band to review high-stakes financial decisions.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of Agents Hackathon  ·  Track 3 — Regulated &amp; High-Stakes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Ruiyang Zhang · CFA, ASA · MIT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model, one overconfident voice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“AI finance agents” are a single model answering every question with the same false confidence. Regulated finance refuses to work that way.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258568"/>
            <a:ext cx="365760" cy="365760"/>
          </a:xfrm>
          <a:prstGeom prst="ellipse">
            <a:avLst/>
          </a:prstGeom>
          <a:solidFill>
            <a:srgbClr val="F0B90B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21488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 that proposes a trade is never the desk that approves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172968"/>
            <a:ext cx="365760" cy="365760"/>
          </a:xfrm>
          <a:prstGeom prst="ellipse">
            <a:avLst/>
          </a:prstGeom>
          <a:solidFill>
            <a:srgbClr val="F0B90B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063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risk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0632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numbers come from a system, not a model’s gut.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4087368"/>
            <a:ext cx="365760" cy="365760"/>
          </a:xfrm>
          <a:prstGeom prst="ellipse">
            <a:avLst/>
          </a:prstGeom>
          <a:solidFill>
            <a:srgbClr val="F0B90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977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must leave an auditable trail.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agents, collaborating through Band</a:t>
            </a:r>
            <a:endParaRPr lang="en-US" sz="2800" dirty="0"/>
          </a:p>
        </p:txBody>
      </p:sp>
      <p:pic>
        <p:nvPicPr>
          <p:cNvPr id="3" name="Image 0" descr="architecture_b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gathers evidence · Quant computes risk · Calibration sizes the bet · an independent Reviewer approves, trims, or escalates.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is the collaboration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4181D"/>
          </a:solidFill>
          <a:ln w="15875">
            <a:solidFill>
              <a:srgbClr val="F0B9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9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→  @Risk-Data  →  @Risk-Quant  →  @Risk-Calibration  →  @Risk-Reviewer  →  User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coordinate by @mention handoff in a shared Band room — Band routes each message only to the targeted agent, keeping context clean.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tool call, tool result, and handoff is recorded in the room. That conversation history IS the regulator-grade audit trail.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isn’t a wrapper or a final notification — it’s the substrate the workflow runs on. That’s the core Track 3 judging criterion.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 by construction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risk math lives in a deterministic core. The agents call it as tools; the LLMs only narrate and decide handoffs — they never produce a risk number.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/ ECE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scoring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Kelly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confidence-scaled sizing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concentration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0574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2331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gate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 by design — the guarantee that matters in regulated finance.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asks, four honest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“Add to BTC?”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1426464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426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0" y="11887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~11% — clean signals, within the drawdown gate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1031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“ETH hot on socials?”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340864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B5890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3408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1031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vs momentum conflict — confidence below floor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175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“DOGE position?”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255264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B5890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255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30175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the asset — won’t guess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41248"/>
          </a:xfrm>
          <a:prstGeom prst="roundRect">
            <a:avLst>
              <a:gd name="adj" fmla="val 8696"/>
            </a:avLst>
          </a:prstGeom>
          <a:solidFill>
            <a:srgbClr val="14181D"/>
          </a:solidFill>
          <a:ln w="15875">
            <a:solidFill>
              <a:srgbClr val="2A3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93192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“Add more SOL?”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4169664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41696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39319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contribution &gt; 6% gate — routed to a human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ban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regulated risk desk, as a band of agents.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MIT · Ruiyang Zhang — passed all three CFA Program exams (CFA, ASA)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github.com/ryonzhang/band-risk-review  ·  ruiyang.co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 Risk-Review</dc:title>
  <dc:subject>PptxGenJS Presentation</dc:subject>
  <dc:creator>Ruiyang Zhang</dc:creator>
  <cp:lastModifiedBy>Ruiyang Zhang</cp:lastModifiedBy>
  <cp:revision>1</cp:revision>
  <dcterms:created xsi:type="dcterms:W3CDTF">2026-06-10T15:01:39Z</dcterms:created>
  <dcterms:modified xsi:type="dcterms:W3CDTF">2026-06-10T15:01:39Z</dcterms:modified>
</cp:coreProperties>
</file>